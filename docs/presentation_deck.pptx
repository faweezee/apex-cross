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ApexCross (汇护通)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Autonomous Cross-Border Financial Participant Agent</a:t>
            </a:r>
          </a:p>
          <a:p>
            <a:pPr>
              <a:defRPr sz="1800"/>
            </a:pPr>
            <a:r>
              <a:t>Fintechathon 2026 - International AI Track (Direction C: APEC Feature)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$120B Cross-Border Student Remittance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- 6M+ international students across APEC face 3.80% average hidden FX bank markups</a:t>
            </a:r>
          </a:p>
          <a:p>
            <a:pPr>
              <a:defRPr sz="1800"/>
            </a:pPr>
            <a:r>
              <a:t>- Strict regulatory foreign exchange quotas ($50,000 USD annual limit) create compliance friction</a:t>
            </a:r>
          </a:p>
          <a:p>
            <a:pPr>
              <a:defRPr sz="1800"/>
            </a:pPr>
            <a:r>
              <a:t>- High-value tuition wires are prime targets for invoice tampering and wire fraud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Understand -&gt; Plan -&gt; Execute Securely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Understand: Multimodal university tuition invoice OCR &amp; conversational intent parser</a:t>
            </a:r>
          </a:p>
          <a:p>
            <a:pPr>
              <a:defRPr sz="1800"/>
            </a:pPr>
            <a:r>
              <a:t>- Plan: Deterministic multi-corridor FX optimizer &amp; annual quota compliance engine</a:t>
            </a:r>
          </a:p>
          <a:p>
            <a:pPr>
              <a:defRPr sz="1800"/>
            </a:pPr>
            <a:r>
              <a:t>- Execute Securely: 3-Tier Permission Matrix + FIDO2 WebAuthn Passkey hardware biometrics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Deterministic Seams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Perception Layer: FastAPI + Multimodal Invoice Parser with per-field confidence scoring</a:t>
            </a:r>
          </a:p>
          <a:p>
            <a:pPr>
              <a:defRPr sz="1800"/>
            </a:pPr>
            <a:r>
              <a:t>- Planning Layer: LangGraph acyclic 4-step DAG compiler + Decimal Python tools (Zero LLM Math)</a:t>
            </a:r>
          </a:p>
          <a:p>
            <a:pPr>
              <a:defRPr sz="1800"/>
            </a:pPr>
            <a:r>
              <a:t>- Security Gate: 15-Vector Adversarial Firewall + py_webauthn ES256 verifier + SQLite SHA-256 Ledger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Agentic Engine &amp; Acyclic DAG Compilation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Compiles finite 4-node DAG: [ValidateStudent] -&gt; [CheckQuota] -&gt; [CompareCorridors] -&gt; [AwaitAuthorization]</a:t>
            </a:r>
          </a:p>
          <a:p>
            <a:pPr>
              <a:defRPr sz="1800"/>
            </a:pPr>
            <a:r>
              <a:t>- Eliminates unbounded ReAct loops and floating-point hallucinations</a:t>
            </a:r>
          </a:p>
          <a:p>
            <a:pPr>
              <a:defRPr sz="1800"/>
            </a:pPr>
            <a:r>
              <a:t>- Interactive Clarification Node halts execution when mandatory wire fields are missing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Hardware-Backed 3-Tier Security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Pre-Agent Firewall: Intercepts 15 adversarial injection/jailbreak vectors with HTTP 403</a:t>
            </a:r>
          </a:p>
          <a:p>
            <a:pPr>
              <a:defRPr sz="1800"/>
            </a:pPr>
            <a:r>
              <a:t>- Tier 1 (Autonomous): Live APEC rate queries | Tier 2 (&lt;= $500 USD): 1-click slippage-locked modal</a:t>
            </a:r>
          </a:p>
          <a:p>
            <a:pPr>
              <a:defRPr sz="1800"/>
            </a:pPr>
            <a:r>
              <a:t>- Tier 3 (&gt; $1,000 USD Wires): Hardware FIDO2 WebAuthn biometric assertion constrained to user key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Live Walkthrough: HKUST 85,000 HKD Tuition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Drop HKUST invoice -&gt; Extracts SWIFT HSBCHKHHHKH, Student ID 20991234 (97% confidence)</a:t>
            </a:r>
          </a:p>
          <a:p>
            <a:pPr>
              <a:defRPr sz="1800"/>
            </a:pPr>
            <a:r>
              <a:t>2. Corridor Optimizer recommends APEC Direct Clearing -&gt; Saves $395.95 USD vs. Standard Bank Wire</a:t>
            </a:r>
          </a:p>
          <a:p>
            <a:pPr>
              <a:defRPr sz="1800"/>
            </a:pPr>
            <a:r>
              <a:t>3. Touch ID / Windows Hello WebAuthn Passkey signs challenge -&gt; Generates settled SWIFT MT103 receipt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Feasibility &amp; APEC 2026 Strategic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Directly supports Shenzhen 2026 APEC Summit cross-border financial connectivity initiative</a:t>
            </a:r>
          </a:p>
          <a:p>
            <a:pPr>
              <a:defRPr sz="1800"/>
            </a:pPr>
            <a:r>
              <a:t>- B2B2C white-label SDK for digital banks (e.g. WeBank) and university bursar portals</a:t>
            </a:r>
          </a:p>
          <a:p>
            <a:pPr>
              <a:defRPr sz="1800"/>
            </a:pPr>
            <a:r>
              <a:t>- Captures transparent interbank clearing spread while saving students $140 - $400 per semester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Phase 1 (Hackathon MVP): APEC 5-currency corridor optimizer (USD, CNY, HKD, AUD, SGD) + FIDO2 Passkey</a:t>
            </a:r>
          </a:p>
          <a:p>
            <a:pPr>
              <a:defRPr sz="1800"/>
            </a:pPr>
            <a:r>
              <a:t>- Phase 2 (Q1 2027): W3C Decentralized Identifiers (DID) for instant student enrollment verification</a:t>
            </a:r>
          </a:p>
          <a:p>
            <a:pPr>
              <a:defRPr sz="1800"/>
            </a:pPr>
            <a:r>
              <a:t>- Phase 3 (Q3 2027): SME cross-border supply chain invoice settlement across ASEAN &amp; APEC rails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Rubric Alignment (40 / 30 / 30 + 5)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- Task Completion (40%): Full vertical flow from invoice upload to verifiable SWIFT MT103 receipt</a:t>
            </a:r>
          </a:p>
          <a:p>
            <a:pPr>
              <a:defRPr sz="1800"/>
            </a:pPr>
            <a:r>
              <a:t>- Security &amp; Compliance (30%): 15-vector firewall, 3-Tier permissions, FIDO2 WebAuthn, SHA-256 ledger</a:t>
            </a:r>
          </a:p>
          <a:p>
            <a:pPr>
              <a:defRPr sz="1800"/>
            </a:pPr>
            <a:r>
              <a:t>- Innovation &amp; Bonus (30% + 5): APEC corridor optimizer, acyclic DAG, live FX feed + local fallback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